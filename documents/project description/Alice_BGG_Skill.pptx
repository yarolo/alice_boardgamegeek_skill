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2" r:id="rId5"/>
    <p:sldId id="264" r:id="rId6"/>
    <p:sldId id="266" r:id="rId7"/>
    <p:sldId id="268" r:id="rId8"/>
    <p:sldId id="269" r:id="rId9"/>
  </p:sldIdLst>
  <p:sldSz cx="14630400" cy="8229600"/>
  <p:notesSz cx="8229600" cy="14630400"/>
  <p:embeddedFontLst>
    <p:embeddedFont>
      <p:font typeface="Montserrat" panose="00000500000000000000" pitchFamily="2" charset="-52"/>
      <p:regular r:id="rId11"/>
      <p:bold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1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71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8691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Путеводитель по настольным играм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6195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 навык для Яндекс.Алисы, упрощающий поиск и игру.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20993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Авторы: Терентьев Я.Н., Волобуев Я.А., Моисеев И.И.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480036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Научный руководитель: Копытина Е.А.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539079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Воронежский государственный университет, 2025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5997416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12908"/>
            <a:ext cx="994207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современных игроков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7113"/>
            <a:ext cx="313860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Основные трудности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3992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Сложный поиск информации, много англоязычных ресурсов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909066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Отсутствие удобных рекомендательных систем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331500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Нужны инструменты: генераторы карт и кубиков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Актуальность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413992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Настольные игры популярны для общения, но новичкам нужна помощь.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02824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Цифровые помощники сделают игру удобнее и доступнее.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952030"/>
            <a:ext cx="685502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Цель и задачи проекта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98965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317397" y="3019604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948726" y="30640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Цель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48726" y="3550206"/>
            <a:ext cx="29743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Создать голосовой навык с базой игр, симулятором кубиков и генератором карт.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93774" y="298965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10266462" y="3019604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897791" y="30640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97791" y="3550206"/>
            <a:ext cx="29743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с BoardGameGeek API, поиск, перевод и кэширование данных.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4709" y="537031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6317397" y="540025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6948726" y="5444728"/>
            <a:ext cx="341328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Игровые инструменты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8726" y="593086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кубиков, карт и системы рекомендаций.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9325" y="739140"/>
            <a:ext cx="616636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Функционал навыка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1776770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318403" y="19933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Поиск игр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884" y="2479477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Рейтинг, описание, категории, советы по выбору.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3259336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201603" y="3475911"/>
            <a:ext cx="296751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Симулятор кубиков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4884" y="3962043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Броски с анализом комбинаций, например, покер и стрит.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741902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5318403" y="49584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Генератор карт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4884" y="5444609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Случайный выбор из колоды для игры.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6224468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5318403" y="64410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Рекомендации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74884" y="6927175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 игр для вечеринок, семьи и стратегий.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73681"/>
            <a:ext cx="70779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Пример работы навыка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1911310"/>
            <a:ext cx="1083231" cy="17425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6461" y="21278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Бросок кубиков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66461" y="2614017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Пользователь: "Алиса, кинь 5 кубиков"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2166461" y="3090624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Ответ: "Результат: ⚂⚃⚄⚅. Комбинация: Короткий стрит"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653909"/>
            <a:ext cx="1083231" cy="20893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66461" y="3870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Поиск игры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66461" y="4356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Пользователь: "Найди игру для семьи"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2166461" y="4833223"/>
            <a:ext cx="621923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Ответ: "Рекомендую: Carcassonne (7.4/10, время игры: 45 мин)"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5743218"/>
            <a:ext cx="1083231" cy="16127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66461" y="595979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66461" y="6445925"/>
            <a:ext cx="621923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Удобство голосового ввода, локализация, автономность.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0521" y="2356366"/>
            <a:ext cx="780157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Технологии и реализация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3690461" y="3610570"/>
            <a:ext cx="336042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Технологический стек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83380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Backend: Python (Flask)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60581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данных: SQLite (кэш)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02824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API: BoardGameGeek, Яндекс.Диалоги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45068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Перевод: Google Translate API и DeepL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361057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Ключевые модули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7139" y="4183380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app.py — обработка диалогов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460581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boardgames_info.py — поиск и анализ игр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502824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http_work.py — работа с изображениями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21800"/>
            <a:ext cx="701444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Перспективы развития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059430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1245632" y="30594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Поддержка RPG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45632" y="3545562"/>
            <a:ext cx="71400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Генератор персонажей и квестов для ролевых игр.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83231" y="4108847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1570553" y="41088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Отзывы и оценки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70553" y="4594979"/>
            <a:ext cx="68151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Внедрение системы обратной связи пользователей.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408271" y="5158264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1895594" y="5158264"/>
            <a:ext cx="344126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Расширение базы карт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95594" y="5644396"/>
            <a:ext cx="649009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Добавление карт для игр типа Magic: The Gathering.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125385"/>
            <a:ext cx="74712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Итог и значение проекта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16301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192959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2374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Доступность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462326" y="3723561"/>
            <a:ext cx="29743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Навык упрощает доступ к настольным играм для всех.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707374" y="316301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192959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2374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11391" y="3723561"/>
            <a:ext cx="29743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Сочетание традиционного досуга и современных решений.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758309" y="519695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5226903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52713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Будущее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462326" y="575750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Планируется расширение функционала и базы данных.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367</Words>
  <Application>Microsoft Office PowerPoint</Application>
  <PresentationFormat>Произвольный</PresentationFormat>
  <Paragraphs>70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Montserrat</vt:lpstr>
      <vt:lpstr>Arial</vt:lpstr>
      <vt:lpstr>Barlow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иван моисеев</cp:lastModifiedBy>
  <cp:revision>4</cp:revision>
  <dcterms:created xsi:type="dcterms:W3CDTF">2025-05-10T17:37:10Z</dcterms:created>
  <dcterms:modified xsi:type="dcterms:W3CDTF">2025-05-10T17:57:33Z</dcterms:modified>
</cp:coreProperties>
</file>